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6"/>
  </p:normalViewPr>
  <p:slideViewPr>
    <p:cSldViewPr snapToGrid="0">
      <p:cViewPr varScale="1">
        <p:scale>
          <a:sx n="140" d="100"/>
          <a:sy n="140" d="100"/>
        </p:scale>
        <p:origin x="84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5ea4f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5ea4f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e5ea4ffb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e5ea4ffb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5ea4ffb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e5ea4ffb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e5ea4ffb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e5ea4ffb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e5ea4ffb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e5ea4ffb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880e6e05e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880e6e05e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5021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ET AutoTech Hackathon 2026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537687"/>
            <a:ext cx="8520600" cy="17561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sz="1800" dirty="0">
                <a:solidFill>
                  <a:schemeClr val="bg1"/>
                </a:solidFill>
              </a:rPr>
              <a:t>Theme: AI for EV Retrofit &amp; Conversion Ecosystem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Team Name: </a:t>
            </a:r>
            <a:r>
              <a:rPr sz="1800" dirty="0" err="1">
                <a:solidFill>
                  <a:schemeClr val="bg1"/>
                </a:solidFill>
              </a:rPr>
              <a:t>Ekemainai</a:t>
            </a:r>
            <a:endParaRPr sz="1800" dirty="0">
              <a:solidFill>
                <a:schemeClr val="bg1"/>
              </a:solidFill>
            </a:endParaRP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Team Members:</a:t>
            </a:r>
          </a:p>
          <a:p>
            <a:r>
              <a:rPr sz="1800" dirty="0">
                <a:solidFill>
                  <a:schemeClr val="bg1"/>
                </a:solidFill>
              </a:rPr>
              <a:t>• Ekemini </a:t>
            </a:r>
            <a:r>
              <a:rPr sz="1800" dirty="0" err="1">
                <a:solidFill>
                  <a:schemeClr val="bg1"/>
                </a:solidFill>
              </a:rPr>
              <a:t>Ini</a:t>
            </a:r>
            <a:r>
              <a:rPr sz="1800" dirty="0">
                <a:solidFill>
                  <a:schemeClr val="bg1"/>
                </a:solidFill>
              </a:rPr>
              <a:t> Stephen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7984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Theme Chosen - Brief Summary &amp; Proposed Solution/Idea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766886"/>
            <a:ext cx="8520600" cy="41967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r>
              <a:rPr sz="1800" dirty="0">
                <a:solidFill>
                  <a:schemeClr val="bg1"/>
                </a:solidFill>
              </a:rPr>
              <a:t>RetroMind AI is a self-learning EV retrofit intelligence network designed for imperfect real-world vehicles.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Unlike conventional retrofit systems, RetroMind AI continuously learns from every retrofit performed across workshops to improve future retrofit recommendations.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The platform combines: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Computer Vision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Generative AI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Reinforcement Learning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Digital Twin Simulation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Federated Learning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Knowledge Graph Intelligence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The solution autonomously generates adaptive EV retrofit designs for damaged, modified, undocumented, and asymmetrical vehicles common in emerging markets.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Impact of Proposed Solution</a:t>
            </a: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r>
              <a:rPr sz="1800" dirty="0">
                <a:solidFill>
                  <a:schemeClr val="bg1"/>
                </a:solidFill>
              </a:rPr>
              <a:t>Environmental Impact: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Accelerates EV adoption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Reduces vehicle waste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Promotes circular economy sustainability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Economic Impact: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Reduces retrofit engineering cost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Enables smaller workshops to participate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Expands affordable EV accessibility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Scalability: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Supports scooters, motorcycles, auto-rickshaws, cars, and fleets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Designed for emerging-market workshop ecosystems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Continuously improves using collective retrofit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Proposed Tech Stack/Architecture</a:t>
            </a: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r>
              <a:rPr sz="1800" dirty="0">
                <a:solidFill>
                  <a:schemeClr val="bg1"/>
                </a:solidFill>
              </a:rPr>
              <a:t>Frontend: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</a:t>
            </a:r>
            <a:r>
              <a:rPr sz="1800" dirty="0" err="1">
                <a:solidFill>
                  <a:schemeClr val="bg1"/>
                </a:solidFill>
              </a:rPr>
              <a:t>Next.js</a:t>
            </a:r>
            <a:endParaRPr sz="180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</a:t>
            </a:r>
            <a:r>
              <a:rPr sz="1800" dirty="0" err="1">
                <a:solidFill>
                  <a:schemeClr val="bg1"/>
                </a:solidFill>
              </a:rPr>
              <a:t>Three.js</a:t>
            </a:r>
            <a:endParaRPr sz="180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</a:t>
            </a:r>
            <a:r>
              <a:rPr sz="1800" dirty="0" err="1">
                <a:solidFill>
                  <a:schemeClr val="bg1"/>
                </a:solidFill>
              </a:rPr>
              <a:t>TailwindCSS</a:t>
            </a:r>
            <a:endParaRPr sz="1800" dirty="0">
              <a:solidFill>
                <a:schemeClr val="bg1"/>
              </a:solidFill>
            </a:endParaRP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AI &amp; Backend: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Python </a:t>
            </a:r>
            <a:r>
              <a:rPr sz="1800" dirty="0" err="1">
                <a:solidFill>
                  <a:schemeClr val="bg1"/>
                </a:solidFill>
              </a:rPr>
              <a:t>FastAPI</a:t>
            </a:r>
            <a:endParaRPr sz="180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</a:t>
            </a:r>
            <a:r>
              <a:rPr sz="1800" dirty="0" err="1">
                <a:solidFill>
                  <a:schemeClr val="bg1"/>
                </a:solidFill>
              </a:rPr>
              <a:t>PyTorch</a:t>
            </a:r>
            <a:endParaRPr sz="180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OpenCV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ONNX Runtime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Optimization &amp; Simulation: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</a:t>
            </a:r>
            <a:r>
              <a:rPr sz="1800" dirty="0" err="1">
                <a:solidFill>
                  <a:schemeClr val="bg1"/>
                </a:solidFill>
              </a:rPr>
              <a:t>RLlib</a:t>
            </a:r>
            <a:endParaRPr sz="180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SciPy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</a:t>
            </a:r>
            <a:r>
              <a:rPr sz="1800" dirty="0" err="1">
                <a:solidFill>
                  <a:schemeClr val="bg1"/>
                </a:solidFill>
              </a:rPr>
              <a:t>Optuna</a:t>
            </a:r>
            <a:endParaRPr sz="1800" dirty="0">
              <a:solidFill>
                <a:schemeClr val="bg1"/>
              </a:solidFill>
            </a:endParaRP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CAD Automation: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</a:t>
            </a:r>
            <a:r>
              <a:rPr sz="1800" dirty="0" err="1">
                <a:solidFill>
                  <a:schemeClr val="bg1"/>
                </a:solidFill>
              </a:rPr>
              <a:t>FreeCAD</a:t>
            </a:r>
            <a:r>
              <a:rPr sz="1800" dirty="0">
                <a:solidFill>
                  <a:schemeClr val="bg1"/>
                </a:solidFill>
              </a:rPr>
              <a:t> API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</a:t>
            </a:r>
            <a:r>
              <a:rPr sz="1800" dirty="0" err="1">
                <a:solidFill>
                  <a:schemeClr val="bg1"/>
                </a:solidFill>
              </a:rPr>
              <a:t>OpenSCAD</a:t>
            </a:r>
            <a:endParaRPr sz="1800" dirty="0">
              <a:solidFill>
                <a:schemeClr val="bg1"/>
              </a:solidFill>
            </a:endParaRP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Data Layer: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Neo4j Knowledge Graph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PostgreSQL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MongoDB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351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Architecture Diagrams, Screenshots/Video Demo</a:t>
            </a:r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280160"/>
            <a:ext cx="8520600" cy="32887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r>
              <a:rPr sz="1800" dirty="0">
                <a:solidFill>
                  <a:schemeClr val="bg1"/>
                </a:solidFill>
              </a:rPr>
              <a:t>System Intelligence Flow: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Vehicle Upload → Structural Analysis → Constraint Intelligence → Adaptive Retrofit Generation → Digital Twin Validation → Retrofit Intelligence Graph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Core Architecture Layers: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1. Vehicle Intelligence Layer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2. Constraint Intelligence Layer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3. Generative Retrofit Intelligence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4. Adaptive Safety Intelligence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5. Self-Learning Ecosystem Intelligence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Demo Focus: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Deviation-aware battery placement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AI-generated wiring layouts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Adaptive CAD-ready retrofit outputs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431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Why Your Solution Must Be Considered</a:t>
            </a:r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088136"/>
            <a:ext cx="8520600" cy="34838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r>
              <a:rPr sz="1800" dirty="0">
                <a:solidFill>
                  <a:schemeClr val="bg1"/>
                </a:solidFill>
              </a:rPr>
              <a:t>RetroMind AI solves the real-world challenge most retrofit systems ignore:</a:t>
            </a:r>
          </a:p>
          <a:p>
            <a:r>
              <a:rPr sz="1800" dirty="0">
                <a:solidFill>
                  <a:schemeClr val="bg1"/>
                </a:solidFill>
              </a:rPr>
              <a:t>imperfect and modified vehicles.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Key Differentiators: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Self-learning retrofit intelligence network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Deviation-aware engineering AI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Retrofit DNA &amp; Knowledge Graph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Federated workshop learning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Lightweight AI retrofit digital twin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The platform transforms EV retrofitting from tribal workshop knowledge into scalable collective machine intelligence.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Any Additional Information</a:t>
            </a:r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sz="1800" dirty="0">
                <a:solidFill>
                  <a:schemeClr val="bg1"/>
                </a:solidFill>
              </a:rPr>
              <a:t>Future Expansion: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Predictive maintenance intelligence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Real-time retrofit safety monitoring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AI-assisted compliance certification</a:t>
            </a:r>
          </a:p>
          <a:p>
            <a:pPr marL="11430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sz="1800" dirty="0">
                <a:solidFill>
                  <a:schemeClr val="bg1"/>
                </a:solidFill>
              </a:rPr>
              <a:t>• Fleet-scale retrofit analytics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Vision:</a:t>
            </a:r>
          </a:p>
          <a:p>
            <a:r>
              <a:rPr sz="1800" dirty="0">
                <a:solidFill>
                  <a:schemeClr val="bg1"/>
                </a:solidFill>
              </a:rPr>
              <a:t>To become the foundational intelligence infrastructure powering next-generation EV retrofit ecosystems globally.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25717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1700" y="689023"/>
            <a:ext cx="8520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chemeClr val="bg1"/>
                </a:solidFill>
              </a:rPr>
              <a:t>RetroMind AI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A Self-Learning EV Retrofit Intelligence Network</a:t>
            </a:r>
          </a:p>
          <a:p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Team </a:t>
            </a:r>
            <a:r>
              <a:rPr sz="1800" dirty="0" err="1">
                <a:solidFill>
                  <a:schemeClr val="bg1"/>
                </a:solidFill>
              </a:rPr>
              <a:t>Ekemainai</a:t>
            </a:r>
            <a:endParaRPr sz="1800" dirty="0">
              <a:solidFill>
                <a:schemeClr val="bg1"/>
              </a:solidFill>
            </a:endParaRPr>
          </a:p>
          <a:p>
            <a:r>
              <a:rPr sz="1800" dirty="0">
                <a:solidFill>
                  <a:schemeClr val="bg1"/>
                </a:solidFill>
              </a:rPr>
              <a:t>ET AutoTech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485</Words>
  <Application>Microsoft Macintosh PowerPoint</Application>
  <PresentationFormat>On-screen Show (16:9)</PresentationFormat>
  <Paragraphs>105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ET AutoTech Hackathon 2026</vt:lpstr>
      <vt:lpstr>Theme Chosen - Brief Summary &amp; Proposed Solution/Idea</vt:lpstr>
      <vt:lpstr>Impact of Proposed Solution</vt:lpstr>
      <vt:lpstr>Proposed Tech Stack/Architecture</vt:lpstr>
      <vt:lpstr>Architecture Diagrams, Screenshots/Video Demo</vt:lpstr>
      <vt:lpstr>Why Your Solution Must Be Considered</vt:lpstr>
      <vt:lpstr>Any Additional Information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AutoTech Hackathon 2026</dc:title>
  <cp:lastModifiedBy>Ekemini Stephen</cp:lastModifiedBy>
  <cp:revision>6</cp:revision>
  <dcterms:modified xsi:type="dcterms:W3CDTF">2026-05-19T09:58:23Z</dcterms:modified>
</cp:coreProperties>
</file>